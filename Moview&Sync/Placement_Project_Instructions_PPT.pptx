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04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4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57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1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1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6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65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3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30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Placement Simulation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 company-style project</a:t>
            </a:r>
          </a:p>
          <a:p>
            <a:r>
              <a:rPr dirty="0"/>
              <a:t>Focus on thinking, design, teamwork</a:t>
            </a:r>
          </a:p>
          <a:p>
            <a:r>
              <a:rPr dirty="0"/>
              <a:t>Not just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problem solving</a:t>
            </a:r>
          </a:p>
          <a:p>
            <a:r>
              <a:rPr dirty="0"/>
              <a:t>Learn system design basics</a:t>
            </a:r>
          </a:p>
          <a:p>
            <a:r>
              <a:rPr dirty="0"/>
              <a:t>Prepare for companies like</a:t>
            </a:r>
            <a:r>
              <a:rPr lang="en-IN" dirty="0"/>
              <a:t> HWI</a:t>
            </a:r>
            <a:r>
              <a:rPr dirty="0"/>
              <a:t> NI &amp; </a:t>
            </a:r>
            <a:r>
              <a:rPr dirty="0" err="1"/>
              <a:t>MoveInSync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066E-3A41-C8EA-E915-BDA28003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22E0-3A34-5602-05D7-CB23DDC7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1.Introduce the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26A3-F77B-24A2-3515-E40634CC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“Today we are not doing a normal assignment.</a:t>
            </a:r>
            <a:br>
              <a:rPr lang="en-US" dirty="0"/>
            </a:br>
            <a:r>
              <a:rPr lang="en-US" dirty="0"/>
              <a:t>This is a </a:t>
            </a:r>
            <a:r>
              <a:rPr lang="en-US" b="1" dirty="0"/>
              <a:t>placement simulation round</a:t>
            </a:r>
            <a:r>
              <a:rPr lang="en-US" dirty="0"/>
              <a:t> similar to what companies like HWI NI and </a:t>
            </a:r>
            <a:r>
              <a:rPr lang="en-US" dirty="0" err="1"/>
              <a:t>MoveInSync</a:t>
            </a:r>
            <a:r>
              <a:rPr lang="en-US" dirty="0"/>
              <a:t> conduct.</a:t>
            </a:r>
          </a:p>
          <a:p>
            <a:pPr marL="0" indent="0">
              <a:buNone/>
            </a:pPr>
            <a:r>
              <a:rPr lang="en-US" dirty="0"/>
              <a:t>You will work in teams, discuss, design, and present a solution </a:t>
            </a:r>
            <a:r>
              <a:rPr lang="en-US" b="1" dirty="0"/>
              <a:t>in front of 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 am not only evaluating your code — I am evaluating:</a:t>
            </a:r>
          </a:p>
          <a:p>
            <a:pPr lvl="1"/>
            <a:r>
              <a:rPr lang="en-US" dirty="0"/>
              <a:t>How you think </a:t>
            </a:r>
          </a:p>
          <a:p>
            <a:pPr lvl="1"/>
            <a:r>
              <a:rPr lang="en-US" dirty="0"/>
              <a:t>How you communicate </a:t>
            </a:r>
          </a:p>
          <a:p>
            <a:pPr lvl="1"/>
            <a:r>
              <a:rPr lang="en-US" dirty="0"/>
              <a:t>How you collaborate </a:t>
            </a:r>
          </a:p>
          <a:p>
            <a:pPr lvl="1"/>
            <a:r>
              <a:rPr lang="en-US" dirty="0"/>
              <a:t>This is how real companies hire.”</a:t>
            </a:r>
          </a:p>
        </p:txBody>
      </p:sp>
    </p:spTree>
    <p:extLst>
      <p:ext uri="{BB962C8B-B14F-4D97-AF65-F5344CB8AC3E}">
        <p14:creationId xmlns:p14="http://schemas.microsoft.com/office/powerpoint/2010/main" val="71338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3–4 students per team</a:t>
            </a:r>
          </a:p>
          <a:p>
            <a:r>
              <a:t>Assign roles: Leader, Designer, Developer, Presenter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1: </a:t>
            </a:r>
            <a:r>
              <a:rPr lang="en-IN" dirty="0"/>
              <a:t>Task Structure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“You will work in a team of 3–4 students.”</a:t>
            </a:r>
          </a:p>
          <a:p>
            <a:r>
              <a:rPr lang="en-US" b="1" dirty="0"/>
              <a:t>Phase 1: Problem Understanding (10–15 mins)</a:t>
            </a:r>
          </a:p>
          <a:p>
            <a:r>
              <a:rPr lang="en-US" dirty="0"/>
              <a:t>Read the problem carefully </a:t>
            </a:r>
          </a:p>
          <a:p>
            <a:r>
              <a:rPr lang="en-US" dirty="0"/>
              <a:t>Identify: </a:t>
            </a:r>
          </a:p>
          <a:p>
            <a:pPr lvl="1"/>
            <a:r>
              <a:rPr lang="en-US" dirty="0"/>
              <a:t>Inputs </a:t>
            </a:r>
          </a:p>
          <a:p>
            <a:pPr lvl="1"/>
            <a:r>
              <a:rPr lang="en-US" dirty="0"/>
              <a:t>Outputs </a:t>
            </a:r>
          </a:p>
          <a:p>
            <a:pPr lvl="1"/>
            <a:r>
              <a:rPr lang="en-US" dirty="0"/>
              <a:t>Constraints </a:t>
            </a:r>
          </a:p>
          <a:p>
            <a:pPr lvl="1"/>
            <a:r>
              <a:rPr lang="en-US" dirty="0"/>
              <a:t>Edge cases </a:t>
            </a:r>
          </a:p>
          <a:p>
            <a:pPr marL="0" indent="0">
              <a:buNone/>
            </a:pPr>
            <a:r>
              <a:rPr lang="en-US" dirty="0"/>
              <a:t> Instruction:</a:t>
            </a:r>
          </a:p>
          <a:p>
            <a:r>
              <a:rPr lang="en-US" dirty="0"/>
              <a:t>“Do NOT jump to coding. First discuss and understand.”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Phase 2: Discussion &amp; Design (20–30 mins)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Each team must:</a:t>
            </a:r>
          </a:p>
          <a:p>
            <a:r>
              <a:rPr lang="en-US" dirty="0"/>
              <a:t>Discuss multiple approaches </a:t>
            </a:r>
          </a:p>
          <a:p>
            <a:r>
              <a:rPr lang="en-US" dirty="0"/>
              <a:t>Choose the best one </a:t>
            </a:r>
          </a:p>
          <a:p>
            <a:r>
              <a:rPr lang="en-US" dirty="0"/>
              <a:t>Draw solution (flowchart / pseudo code) </a:t>
            </a:r>
          </a:p>
          <a:p>
            <a:pPr marL="0" indent="0">
              <a:buNone/>
            </a:pPr>
            <a:r>
              <a:rPr lang="en-US" dirty="0"/>
              <a:t>Instruction:</a:t>
            </a:r>
          </a:p>
          <a:p>
            <a:r>
              <a:rPr lang="en-US" dirty="0"/>
              <a:t>“One person should act as:</a:t>
            </a:r>
          </a:p>
          <a:p>
            <a:r>
              <a:rPr lang="en-US" dirty="0"/>
              <a:t>Leader (drives discussion) </a:t>
            </a:r>
          </a:p>
          <a:p>
            <a:r>
              <a:rPr lang="en-US" dirty="0"/>
              <a:t>Scribe (writes solution) </a:t>
            </a:r>
          </a:p>
          <a:p>
            <a:r>
              <a:rPr lang="en-US" dirty="0"/>
              <a:t>Presenter (explains solution)”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3: Implementation (30–40 mins)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coding </a:t>
            </a:r>
          </a:p>
          <a:p>
            <a:r>
              <a:rPr lang="en-US" dirty="0"/>
              <a:t>Follow clean coding practices </a:t>
            </a:r>
          </a:p>
          <a:p>
            <a:r>
              <a:rPr lang="en-US" dirty="0"/>
              <a:t>Handle edge cases </a:t>
            </a:r>
          </a:p>
          <a:p>
            <a:pPr marL="0" indent="0">
              <a:buNone/>
            </a:pPr>
            <a:r>
              <a:rPr lang="en-US" dirty="0"/>
              <a:t>Instruction:</a:t>
            </a:r>
          </a:p>
          <a:p>
            <a:r>
              <a:rPr lang="en-US" dirty="0"/>
              <a:t>“I may interrupt and ask questions while you code — be ready.”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4: Presentation + Defense (10 mins per 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team must explain:</a:t>
            </a:r>
          </a:p>
          <a:p>
            <a:r>
              <a:rPr lang="en-US" dirty="0"/>
              <a:t>Approach </a:t>
            </a:r>
          </a:p>
          <a:p>
            <a:r>
              <a:rPr lang="en-US" dirty="0"/>
              <a:t>Why they chose it </a:t>
            </a:r>
          </a:p>
          <a:p>
            <a:r>
              <a:rPr lang="en-US" dirty="0"/>
              <a:t>Time &amp; space complexity </a:t>
            </a:r>
          </a:p>
          <a:p>
            <a:r>
              <a:rPr lang="en-US" dirty="0"/>
              <a:t>Edge cases handled </a:t>
            </a:r>
          </a:p>
          <a:p>
            <a:pPr marL="0" indent="0">
              <a:buNone/>
            </a:pPr>
            <a:r>
              <a:rPr lang="en-US" dirty="0"/>
              <a:t>Instruction:</a:t>
            </a:r>
          </a:p>
          <a:p>
            <a:r>
              <a:rPr lang="en-US" dirty="0"/>
              <a:t>“Other teams can challenge your solution.”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clean code</a:t>
            </a:r>
          </a:p>
          <a:p>
            <a:r>
              <a:t>Use modular approach</a:t>
            </a:r>
          </a:p>
          <a:p>
            <a:r>
              <a:t>Handle edge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with multiple cases</a:t>
            </a:r>
          </a:p>
          <a:p>
            <a:r>
              <a:t>Check boundary conditions</a:t>
            </a:r>
          </a:p>
          <a:p>
            <a:r>
              <a:t>Fix bugs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solution</a:t>
            </a:r>
          </a:p>
          <a:p>
            <a:r>
              <a:t>Justify approach</a:t>
            </a:r>
          </a:p>
          <a:p>
            <a:r>
              <a:t>Answer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What I Do During the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Walk around and:</a:t>
            </a:r>
          </a:p>
          <a:p>
            <a:pPr marL="0" indent="0">
              <a:buNone/>
            </a:pPr>
            <a:r>
              <a:rPr lang="en-US" dirty="0"/>
              <a:t>Ask questions like interviewer: </a:t>
            </a:r>
          </a:p>
          <a:p>
            <a:pPr lvl="1"/>
            <a:r>
              <a:rPr lang="en-US" dirty="0"/>
              <a:t>“Why this approach?” </a:t>
            </a:r>
          </a:p>
          <a:p>
            <a:pPr lvl="1"/>
            <a:r>
              <a:rPr lang="en-US" dirty="0"/>
              <a:t>“What if input is huge?” </a:t>
            </a:r>
          </a:p>
          <a:p>
            <a:pPr lvl="1"/>
            <a:r>
              <a:rPr lang="en-US" dirty="0"/>
              <a:t>“Can you optimize this?” </a:t>
            </a:r>
          </a:p>
          <a:p>
            <a:pPr marL="0" indent="0">
              <a:buNone/>
            </a:pPr>
            <a:r>
              <a:rPr lang="en-US" dirty="0"/>
              <a:t>Observe: </a:t>
            </a:r>
          </a:p>
          <a:p>
            <a:pPr lvl="1"/>
            <a:r>
              <a:rPr lang="en-US" dirty="0"/>
              <a:t>Who dominates discussion </a:t>
            </a:r>
          </a:p>
          <a:p>
            <a:pPr lvl="1"/>
            <a:r>
              <a:rPr lang="en-US" dirty="0"/>
              <a:t>Who is silent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4898"/>
          </a:xfrm>
        </p:spPr>
        <p:txBody>
          <a:bodyPr/>
          <a:lstStyle/>
          <a:p>
            <a:r>
              <a:rPr dirty="0"/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536"/>
            <a:ext cx="8229600" cy="492662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Carpooling System Project - Evaluation Sheet </a:t>
            </a:r>
            <a:r>
              <a:rPr lang="en-IN" sz="1600" dirty="0"/>
              <a:t>Team Name: ____________________ Members: ____________________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B8DCE-4ECC-7FC5-62B3-6BFCEE09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4434"/>
            <a:ext cx="7697274" cy="4525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48</TotalTime>
  <Words>399</Words>
  <Application>Microsoft Office PowerPoint</Application>
  <PresentationFormat>On-screen Show (4:3)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Placement Simulation Activity</vt:lpstr>
      <vt:lpstr>Objective</vt:lpstr>
      <vt:lpstr>1.Introduce the Task</vt:lpstr>
      <vt:lpstr>Team Formation</vt:lpstr>
      <vt:lpstr>Step 1: Task Structure</vt:lpstr>
      <vt:lpstr>Phase 2: Discussion &amp; Design (20–30 mins)</vt:lpstr>
      <vt:lpstr>Phase 3: Implementation (30–40 mins)</vt:lpstr>
      <vt:lpstr>Phase 4: Presentation + Defense (10 mins per team)</vt:lpstr>
      <vt:lpstr>Step 5: Implementation</vt:lpstr>
      <vt:lpstr>Step 6: Testing</vt:lpstr>
      <vt:lpstr>Step 7: Presentation</vt:lpstr>
      <vt:lpstr>6. What I Do During the Session</vt:lpstr>
      <vt:lpstr>Evaluation Criteria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sumedh manwatkar</cp:lastModifiedBy>
  <cp:revision>4</cp:revision>
  <dcterms:created xsi:type="dcterms:W3CDTF">2013-01-27T09:14:16Z</dcterms:created>
  <dcterms:modified xsi:type="dcterms:W3CDTF">2026-04-07T05:07:51Z</dcterms:modified>
  <cp:category/>
</cp:coreProperties>
</file>